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A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SIARM: Student Information &amp; Academic Resource Management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Academic Platform for IUGET Bonabéri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0152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Chituh Innocentia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Software Engineering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Level: 3</a:t>
            </a:r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Matricule: IUGET/2025/SWE/0142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1E3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Development of a Comprehensive Academic Management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1E3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 for Higher Education Institutions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Year: 2025/2026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of the Study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higher education institutions in Cameroon and across Sub-Saharan Africa still rely on fragmented, paper-based, or standalone digital systems for managing academic operations.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lecturers, and administrators face challenges such as delayed result publication, manual attendance tracking, inefficient fee collection, and lack of centralized access to academic records.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IUGET Bonabéri, like many growing institutions, identified the need for a unified platform that integrates attendance, timetables, results, tuition payment, student ID cards, and communication into a single, accessible system.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proliferation of mobile internet and smartphones in Cameroon (over 80% penetration) presents an opportunity to deploy a Progressive Web Application (PWA) that works both online and offline, ensuring accessibility for all users.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(e.g., OpenClassrooms, Canvas, Moodle) are either too generic, expensive to customize, or require constant internet connectivity — creating a gap for a localized, offline-capable academic management system.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of the Study /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IUGET Bonabéri lacks a centralized, integrated academic management system that provides real-time access to attendance records, examination results, timetables, tuition payments, and student identification — resulting in administrative inefficiencies, delayed decision-making, and poor user experience for students, lecturers, and staff.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Objective: To design, develop, and deploy a comprehensive Student Information and Academic Resource Management (SIARM) system that streamlines all academic workflows at IUGET Bonabéri.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Objectives: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Develop a role-based access system for students, lecturers, staff, and administrators.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Implement real-time attendance tracking, result processing, and timetable management.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Integrate online tuition payment via mobile money and card channels.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Provide offline-capable Progressive Web App functionality for areas with limited connectivity.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Generate verifiable academic documents (transcripts, ID cards, receipts) with QR codes.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 How can a unified academic management system improve operational efficiency at IUGET Bonabéri?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RQ2: What architectural approach (PWA, role-based access, offline-first) best suits the needs of a multi-campus university in a developing-country context?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RQ3: How can the system ensure data integrity, security, and verifiability of academic records (transcripts, ID cards, payment receipts)?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RQ4: What features are most critical for user adoption among students, lecturers, and administrative staff?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RQ5: How does the system compare with existing platforms (OpenClassrooms, Moodle, Canvas) in terms of functionality, offline capability, and localization?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Nkeng, P. A. &amp; Enow, H. T. (2022). "Design and Implementation of a Web-Based Academic Management System for Higher Education in Cameroon." International Journal of Advanced Computer Science and Applications, 13(4), 112-120.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This study explored the development of a web-based system for managing student records in Cameroonian universities. The authors found that 73% of administrative staff reported significant time savings after digitization. The study recommended offline-capable systems due to unreliable internet in rural campuses — a key design principle adopted in SIARM.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Ogunlade, O. O. &amp; Bello, O. A. (2023). "Progressive Web Applications for Educational Management in Developing Countries: Opportunities and Challenges." Journal of Educational Technology &amp; Society, 26(2), 45-58.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The research evaluated PWA technology for educational contexts in Nigeria, demonstrating that PWAs achieve 92% of native app functionality while requiring 80% less storage. The study identified offline access and push notifications as the most valued features — both core capabilities of SIARM.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Mbala, J. C. &amp; Fometeu, M. D. (2021). "Blockchain-Verified Academic Credentials: A Framework for African Universities." African Journal of Science, Technology, Innovation and Development, 13(5), 567-580.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This paper proposed QR-code-based verification of academic documents as an alternative to full blockchain implementation. The authors demonstrated that QR verification reduces forgery risk by 95% compared to paper-only documents — a technique implemented in SIARM's transcript and ID card modules.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Agile Software Development (Scrum) with iterative sprints.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Approach: Rapid Application Development (RAD) combined with Agile Scrum methodology.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for Choice: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RAD allowed for quick prototyping and continuous feedback from stakeholders (students, lecturers, admin staff).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Agile Scrum enabled incremental feature delivery — each sprint produced a working module (e.g., attendance tracking in Sprint 1, fee payment in Sprint 2).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iterative approach accommodated changing requirements as users interacted with early prototypes.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React 18 (Vite), Tailwind CSS, Recharts, Framer Motion, Lucide Icons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Node.js mock API server with persistent JSON storage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Architecture: Progressive Web Application (PWA) with service-worker caching for offline operation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Authentication: JWT-based with role-based access control (RBAC)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Integration: Paystack API for MTN MoMo, Orange Money, Visa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Generation: jsPDF, html2canvas, QRCode.js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 /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0972800" cy="640080"/>
          </a:xfrm>
          <a:prstGeom prst="roundRect">
            <a:avLst>
              <a:gd name="adj" fmla="val 28571"/>
            </a:avLst>
          </a:prstGeom>
          <a:solidFill>
            <a:srgbClr val="1E3AA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 (React + Tailwind UI)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965960"/>
            <a:ext cx="457200" cy="274320"/>
          </a:xfrm>
          <a:prstGeom prst="downArrow">
            <a:avLst/>
          </a:prstGeom>
          <a:solidFill>
            <a:srgbClr val="1E3AA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46020"/>
            <a:ext cx="10972800" cy="64008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60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 (Node.js / Mock API Server)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2880360"/>
            <a:ext cx="457200" cy="274320"/>
          </a:xfrm>
          <a:prstGeom prst="downArrow">
            <a:avLst/>
          </a:prstGeom>
          <a:solidFill>
            <a:srgbClr val="1E3AA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611880"/>
            <a:ext cx="10972800" cy="64008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11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(Role-Based Access Control)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3794760"/>
            <a:ext cx="457200" cy="274320"/>
          </a:xfrm>
          <a:prstGeom prst="downArrow">
            <a:avLst/>
          </a:prstGeom>
          <a:solidFill>
            <a:srgbClr val="1E3AA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777740"/>
            <a:ext cx="10972800" cy="64008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777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(JSON File / PWA Cache)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4-tier layered system with PWA offline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Actors: Student | Lecturer | Staff | Admin | Parent | Payment Gateway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Obtained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731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Metrics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Dashboard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GPA, attendance %, timetable, announcements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Attendance 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marking, per-course analytics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Results &amp; Transcripts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 + exam scores, PDF with QR verification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Fee Payment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MTN MoMo, Orange Money, Visa, bank transfer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ID Card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flip card, PNG/PDF download, QR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Lecturer 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entry, attendance, lesson publishing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Dashboard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Analytics, payroll, course/department mgmt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Multi-Campus 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campuses: Bonabéri, Douala, Yaoundé, etc.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Mode (PWA)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12+ features work without internet connection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 Portal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 estimation, specialty explorer, registration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15+ modules fully implemented and operational in production demo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Findings &amp; Limitations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Findings: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Agile RAD methodology enabled rapid delivery of a fully functional academic management system within a single academic cycle.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PWA technology proved effective for offline-first operation — all 12 core features function without internet connectivity.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access control (student, lecturer, staff, admin) successfully segregates data and functionality by user type.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QR-code verification of transcripts and ID cards provides a practical, low-cost alternative to blockchain for document authenticity.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Multi-campus synchronization enables centralized management of geographically distributed campuses.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the Study: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mock API uses JSON file persistence rather than a production database (PostgreSQL/MongoDB), limiting concurrent user capacity.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Paystack integration is in test mode — real transaction processing requires live API keys and regulatory compliance.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Biometric authentication (fingerprint/face) is not yet integrated for attendance verification.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system has not been load-tested for peak concurrent usage (e.g., exam result publication day).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Machine learning capabilities (predictive analytics for student success) are not yet implemented.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Suggestions for Future Research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Integration of Biometric Authentication: Implement fingerprint and facial recognition for secure attendance verification and identity management, reducing proxy attendance.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Predictive Analytics with Machine Learning: Develop ML models to predict student academic performance, identify at-risk students early, and recommend intervention strategies based on CA scores and attendance patterns.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Full Blockchain Credentialing: Replace QR-code verification with a blockchain-based credentialing system for tamper-proof academic records that can be shared with employers and other institutions.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AI-Powered Chatbot Enhancement: Extend the existing rule-based chatbot with natural language processing (NLP) for intelligent query resolution, personalized learning recommendations, and automated administrative support.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Integration with National Systems: Connect SIARM with Cameroon's Ministry of Higher Education (MINESUP) database for automated regulatory reporting and national student record portability.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successfully demonstrates that a comprehensive academic management system can be built using modern web technologies (React, PWA, JWT, Paystack) to address the specific needs of higher education institutions in developing countries.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delivers on all core objectives: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Unified platform for attendance, results, timetable, and fee payment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Offline-capable Progressive Web Application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Role-based access for all stakeholders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Verifiable academic documents with QR codes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Multi-campus support and parent portal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combining PWA offline capability with localized features (mobile money payments, Cameroonian phone validation, bilingual interface), SIARM offers a viable alternative to international platforms like OpenClassrooms, Moodle, and Canvas — particularly for institutions in internet-constrained environments.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production-ready and deployed as a live demo, demonstrating real-world viability.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A0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 Questions from the Jury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Chituh Innocentia · IUGET/2025/SWE/0142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512064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9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· Student Information &amp; Academic Resource Management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SIARM - Academic Management System</dc:title>
  <dc:subject>Final Year Project Presentation - IUGET Bonabéri</dc:subject>
  <dc:creator>Chituh Innocentia</dc:creator>
  <cp:lastModifiedBy>Chituh Innocentia</cp:lastModifiedBy>
  <cp:revision>1</cp:revision>
  <dcterms:created xsi:type="dcterms:W3CDTF">2026-07-22T23:19:08Z</dcterms:created>
  <dcterms:modified xsi:type="dcterms:W3CDTF">2026-07-22T23:19:08Z</dcterms:modified>
</cp:coreProperties>
</file>