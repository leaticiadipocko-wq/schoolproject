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Institution Academic Resource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 of Technology — Software Engineering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7432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James Murdza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— Software Engineering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IUGET Bonabéri, Douala, Cameroon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Title &amp; Introduction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Problem Statement &amp; Motivation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Project Objectives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Literature Review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System Architecture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Technology Stack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Features Overview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8–14.  Feature Deep Dives (7 slides)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 User Roles &amp; Permissions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 Database Design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 UI/UX Design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 Security Implementation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 Testing &amp; Quality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 Deployment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21–30.  System Walkthrough (10 slides)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31–40.  Diagrams &amp; Screenshots (10 slides)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41–45.  Results &amp; Impact (5 slides)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46–48.  Challenges &amp; Solutions (3 slides)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  Future Enhancements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  Conclusion &amp; Thank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SIARM was built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at IUGET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IUGET Bonabéri relied on paper-based and fragmented systems for academic management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had no central portal to check attendance, grades, or pay tuition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manually recorded attendance on paper sheets — error-prone and time-consuming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submission required physical paperwork between departments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communication channel between students, lecturers, and administration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had no visibility into their child's academic progress or fees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(MINESUP) reporting required manual data compilation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backup or disaster recovery for academic records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the entire student lifecycle — from admission to graduation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single platform accessible to all stakeholders: students, lecturers, staff, parents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real-time data access and decision-making for administrators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paperwork by 90% and improve data accuracy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bilingual (EN/FR) interface for Cameroon's bilingual community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Progressive Web App that works offline — critical for areas with unstable internet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with MINESUP reporting requirements from day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SIARM aims to achieve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50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attendance tracking with digital roll calls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grade management (CA + exams)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online tuition payments (MoMo, OM, Visa, bank)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timetable management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official transcripts and ID cards digitally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mobile learning content delivery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role-based access (student, lecturer, staff, admin)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parent portal for fee tracking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analytics dashboards for leadership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MINESUP compliance for government reports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offline-capable PWA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bilingual support (English &amp; French)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50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&amp; gaps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50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&amp; Their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Moodle: Great for LMS but lacks attendance, fees, and administrative modules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Classroom: No tuition tracking, no role-based admin, no offline support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ERP systems (SAP, Oracle): Too expensive for small institutions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spreadsheets: No validation, no multi-user access, no audit trail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registers: Lost data, no analytics, time-consuming compilation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apps: Not integrated with academic records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No affordable, all-in-one platform designed for African universities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50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SIARM: The Unified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platform covering: attendance, grades, timetables, fees, learning, discussions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dashboards — each user sees exactly what they need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works offline after first load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(EN/FR) from the ground up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modern web technologies — no app store required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backend for real-time sync and scalability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for evaluation without server setup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specifically for IUGET Bonabéri's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SIARM is built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E3AA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Tailwind CSS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+ Firestore + Storage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+ Workbox + IndexedDB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E3AA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page components organized by role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UI: Sidebar, Navbar, Modals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Data, Language providers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Lib/Utils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helpers, mock data, Firebase config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react-router-dom v6 with role guards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localStorage persistence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EA5E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build tool &amp; dev server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6B6D4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styling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Firestore, 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EC489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with Workbox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Overview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SIARM delivers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 by Role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Dashboard, Attendance, Timetable, Results, Assignments, Discussions, Learning, Fees, ID Card, Transcript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LECTURER: Dashboard, Classes, Mark Attendance, Enter Grades, Publish Lessons, Assignments, Discussions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Dashboard, User Management, Enrollment, Finance, Timetable Builder, Analytics, Audit, MINESUP Reports, Data Export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All Staff features + Settings, Executive Dashboard, AI Insights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Tracking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mark attendance per course, per date — present/absent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see real-time attendance records with percentage calculations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Color-coded: green for present, red for absent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Filterable by course and semester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percentage displayed prominently on student dashboard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feeds into MINESUP compliance reports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paper registers and manual compilation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Two-component grading: Continuous Assessment (CA) + Final Exam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enter grades per student with batch submission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view results by semester with GPA calculation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PDF transcripts with QR verification codes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analytics visible to admin for institutional performance tracking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IUGET's grading scale and academic recovery 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Fee Payments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payment methods: MTN MoMo, Orange Money, Visa/Mastercard, Bank Transfer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structure displayed clearly with outstanding balance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history with printable receipts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balance updates after payment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Bursary dashboard for staff: track collected vs. outstanding fees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rate metrics for financial reporting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simulates instant payment processing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schedule grid view for students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Filterable by specialty and track (Bachelor evening, Level 1/2 morning)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builder for staff: create and manage schedules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calendar (.ics file) for personal calendar apps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IUGET's complex scheduling: Mon-Fri 6-10 PM + Saturday 8 AM-5 PM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detection prevents double-booking rooms or lecturers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Learning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publish lessons with rich text content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access course materials on any device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by course for easy navigation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offline after first load — study anywhere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self-paced learning alongside formal classes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the gap between classroom and independent study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 &amp; Announcements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Course-specific discussion threads for student-lecturer interaction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new messages and reply to existing threads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announcements with pinning capability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available offline for reliable access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system alerts users to new activity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email clutter and physical notice boards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ID Card &amp; Transcripts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 card generated with photo, QR code, and matricule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for physical use — no need to visit registrar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scannable for instant verification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transcripts with all grades and GPA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download with institutional branding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 for document authenticity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wait times from days to seconds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50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Permissions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access control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EA5E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own data: grades, attendance, fees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classes: attendance, grades, lessons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 enrollment, finance,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access: settings, analytics, all modules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50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Read own attendance, grades, fees; Submit assignments; Join discussions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Lecturers: Mark attendance; Enter grades; Create assignments; Publish lessons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Manage users; Process enrollment; Track finance; Build timetables; Export data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All staff permissions + system settings + analytics + audit log + MINESUP reports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50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&amp; storage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50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E3AA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Lecturers, Staff, Admins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courses &amp; specialties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Per-course, per-date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+ Exam grades per student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structure &amp; payments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schedule slots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50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Collections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users/ — User profiles with role, specialty, matricule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courses/ — Course catalog with department and credits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attendance/ — Attendance records: student, course, date, status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 — Grades: student, course, CA mark, exam mark, total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fees/ — Fee structure and payment transactions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timetable/ — Schedule slots: course, room, time, day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announcements/ — Institutional notices with pinning and dates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assignments/ — Assignment details with deadlines and submissions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discussions/ — Threaded messages per course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50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 Firebase keys are configured, SIARM enters DEMO_MODE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stored in browser localStorage — no server needed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Pre-seeded with realistic mock data for all roles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parity with production mode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evaluation, presentations, and development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via VITE_DEMO_MODE=true in environment config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persists across browser sessions until manually reset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design principles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50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E3AA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(navy), Accent (red), Ink (slate)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+ display font pairing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Cards, buttons, inputs, badges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dark theme with class toggle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EC489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page transitions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Tailwind breakpoints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50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darkMode: 'class' strategy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button in Navbar — Sun/Moon icons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DataContext manages theme state with localStorage persistence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.dark overrides in index.css for all components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body (bg-ink-950), dark cards (bg-ink-900), dark inputs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and Navbar have dedicated dark surfaces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transition between themes — no page flash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50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Support (EN/FR)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LanguageContext provides t(key) translation function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387+ translation keys in both English and French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Auto-detects browser language on first visit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language preference in localStorage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available in Navbar and profile settings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UI text, labels, and messages fully translated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variable interpolation: {name}, {date}, etc.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50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Implementation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user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50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Measures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Authentication with email/password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route protection via ProtectedRoute component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timeout: 30-minute idle detection with 2-minute warning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(bcrypt) in demo mode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enforced for all API communications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verification for ID cards and transcripts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tracking all administrative actions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on all 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50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reliability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50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testing across all user roles and features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Cross-browser testing: Chrome, Firefox, Safari, Edge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responsiveness testing on various screen sizes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functionality testing with network throttling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testing for all CRUD operations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testing: empty states, long text, missing data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testing with screen readers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profiling with Lighthouse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50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live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50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 with CDN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 (Auth, DB, Storage)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for offline support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from Git main branch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50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Walkthrough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50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page with hero section and feature grid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Statistics: 2,847 active students, 88% attendance, 92% recovery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highlights with icons and descriptions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section explaining role-based architecture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Call-to-action for registration and demo access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toggle (EN/FR) in navigation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theme toggle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50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greeting with student name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stats: attendance %, GPA, active courses, classes today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chart showing per-course breakdown (recharts)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 with course times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announcements from administration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list with quick access links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tuition balance with due date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 card preview with QR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50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assigned classes and student counts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to mark attendance for today's classes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grade submissions and pending work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schedule and deadlines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notifications from students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publishing shortcut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50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KPIs: total users, enrollment trends, revenue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trends chart (recharts line chart)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distribution pie chart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insights (using Anthropic Claude)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 buttons for common tasks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 feed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summary with recovery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50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Chatbot (New Feature)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chat widget available on all pages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Anthropic Claude API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support — responds in user's preferred language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Context-aware: knows user role and available features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common questions: attendance, fees, grades, timetable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questions for quick start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 to predefined responses when offline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animations with Framer Motion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50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3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Impact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50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-41148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41148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-4114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&amp;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4114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14884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Lecturer, Staff, Admin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0916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to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694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Capable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with service worker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50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Complex role hierarchy → Solution: Role-based routing with ProtectedRoute component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Offline support → Solution: PWA with Workbox runtime caching + localStorage fallback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Bilingual UI → Solution: Centralized LanguageContext with 387+ translation keys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Real-time sync → Solution: Firebase Firestore with real-time listeners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Payment integration → Solution: Demo mode with realistic MoMo/OM simulation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PDF generation → Solution: jsPDF + html2canvas for transcripts and receipts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QR code verification → Solution: qrcode library with canvas rendering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Dark mode → Solution: Tailwind darkMode class with comprehensive CSS overrides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50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 with Firebase Cloud Messaging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conferencing integration for online classes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with machine learning predictions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(React Native) for iOS and Android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national examination boards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Multi-campus support for IUGET expansion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Blockchain-based certificate verification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notifications for parents and students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SIARM — IUGET Bonabéri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773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05840"/>
          </a:xfrm>
          <a:prstGeom prst="rect">
            <a:avLst/>
          </a:prstGeom>
          <a:solidFill>
            <a:srgbClr val="1E3A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Murdza — Level 3 Software Engineering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IUGET Bonabéri, Douala, Cameroon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Bien choisir c'est déjà réussir » — IUGET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SIARM Defense Presentation — Smart Institution Academic Resource Management</dc:title>
  <dc:subject>PptxGenJS Presentation</dc:subject>
  <dc:creator>James Murdza — IUGET Bonabéri</dc:creator>
  <cp:lastModifiedBy>James Murdza — IUGET Bonabéri</cp:lastModifiedBy>
  <cp:revision>1</cp:revision>
  <dcterms:created xsi:type="dcterms:W3CDTF">2026-07-02T07:28:00Z</dcterms:created>
  <dcterms:modified xsi:type="dcterms:W3CDTF">2026-07-02T07:28:00Z</dcterms:modified>
</cp:coreProperties>
</file>