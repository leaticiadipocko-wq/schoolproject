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ARM_MASTER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519672"/>
            <a:ext cx="731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· Smart Institution Academic Resource Management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6519672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4" name="Image 0" descr="/home/daytona/project/public/brand/iuge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202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BONABERI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92024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</a:t>
            </a:r>
            <a:endParaRPr lang="en-US" sz="9600" dirty="0"/>
          </a:p>
        </p:txBody>
      </p:sp>
      <p:sp>
        <p:nvSpPr>
          <p:cNvPr id="8" name="Text 5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Institution Academic Resource Management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AI-augmented platform for private universities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Defense — Department of Software Engineering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James Murdza  ·  Level-3 SWE  ·  Academic Year 2025–2026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cover in the next 25 minutes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Problem context — why IUGET needs a unified academic OS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Objectives — six concrete deliverables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Methodology — agile, design-science approach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System analysis &amp; design — actors, use cases, ERD, architecture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 Implementation — React + Firebase + Anthropic stack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 Live demo — walk-through of all 15 modules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 Testing &amp; validation — 18 functional test cases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 Results, limitations, future work</a:t>
            </a:r>
            <a:endParaRPr lang="en-US" sz="2000" dirty="0"/>
          </a:p>
          <a:p>
            <a:pPr>
              <a:spcAft>
                <a:spcPts val="800"/>
              </a:spcAft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 Q&amp;A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recurring pains in private universities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systems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grades, fees, timetables live in different tools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6459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217920" y="214884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roll-call, hand-written grade sheets, printed transcripts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has no real-time view of retention or risk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20040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200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constraints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37033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operate in low-bandwidth environments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course advice regardless of academic history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75488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47548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24/7 support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25780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Enquiries only answered during office hours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general goal, six specific deliverables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build, and validate a unified AI-augmented academic platform — SIARM — tailored for private universities in Cameroon, using IUGET Bonabéri as the reference institution.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hierarchical role-based access control (4 roles)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the academic core: attendance, timetable, results, announcements, transcripts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AI features: chatbot, recommendations, predictive enrolment, decision support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offline-capable announcement portal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real-time analytics dashboard for leadership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end-to-end with IUGET branding and PDF exports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Design-science research + 4-sprint agile delivery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1E3AA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design system, RBAC, routing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2451E6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33756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timetable, results, announcements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1792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chatbot, analytics, transcript, recommendations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/>
        </p:spPr>
      </p:sp>
      <p:sp>
        <p:nvSpPr>
          <p:cNvPr id="17" name="Text 15"/>
          <p:cNvSpPr/>
          <p:nvPr/>
        </p:nvSpPr>
        <p:spPr>
          <a:xfrm>
            <a:off x="909828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3774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292608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Branding, docs, defence prep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completeness — all 19 modules navigable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enforcement — each role sees only its permitted views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CRUD survives a page reload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— first contentful paint &lt; 2s on 4G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 — every architectural choice is justified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actors · 17 use cases · hierarchical permissions</a:t>
            </a:r>
            <a:endParaRPr lang="en-US" sz="1600" dirty="0"/>
          </a:p>
        </p:txBody>
      </p:sp>
      <p:pic>
        <p:nvPicPr>
          <p:cNvPr id="4" name="Image 0" descr="/home/daytona/project/deliverables/diagrams/03-use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088136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· React → Context → Firebase + Claude</a:t>
            </a:r>
            <a:endParaRPr lang="en-US" sz="1600" dirty="0"/>
          </a:p>
        </p:txBody>
      </p:sp>
      <p:pic>
        <p:nvPicPr>
          <p:cNvPr id="4" name="Image 0" descr="/home/daytona/project/deliverables/diagrams/0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Entity Relationship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entities · enforced via app code + Firestore rules</a:t>
            </a:r>
            <a:endParaRPr lang="en-US" sz="1600" dirty="0"/>
          </a:p>
        </p:txBody>
      </p:sp>
      <p:pic>
        <p:nvPicPr>
          <p:cNvPr id="4" name="Image 0" descr="/home/daytona/project/deliverables/diagrams/02-e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Diagram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source files organised by responsibility</a:t>
            </a:r>
            <a:endParaRPr lang="en-US" sz="1600" dirty="0"/>
          </a:p>
        </p:txBody>
      </p:sp>
      <p:pic>
        <p:nvPicPr>
          <p:cNvPr id="4" name="Image 0" descr="/home/daytona/project/deliverables/diagrams/05-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 — Login Flow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authentication crosses 5 collaborating components</a:t>
            </a:r>
            <a:endParaRPr lang="en-US" sz="1600" dirty="0"/>
          </a:p>
        </p:txBody>
      </p:sp>
      <p:pic>
        <p:nvPicPr>
          <p:cNvPr id="4" name="Image 0" descr="/home/daytona/project/deliverables/diagrams/04-sequence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Diagram (Level 1)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processes · 5 data stores · 5 external entities</a:t>
            </a:r>
            <a:endParaRPr lang="en-US" sz="1600" dirty="0"/>
          </a:p>
        </p:txBody>
      </p:sp>
      <p:pic>
        <p:nvPicPr>
          <p:cNvPr id="4" name="Image 0" descr="/home/daytona/project/deliverables/diagrams/06-data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Topology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nodes: browser · CDN · Firebase + Anthropic</a:t>
            </a:r>
            <a:endParaRPr lang="en-US" sz="1600" dirty="0"/>
          </a:p>
        </p:txBody>
      </p:sp>
      <p:pic>
        <p:nvPicPr>
          <p:cNvPr id="4" name="Image 0" descr="/home/daytona/project/deliverables/diagrams/07-deplo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10642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choice justified, every dependency necessary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103120" y="1554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model + fastest dev loop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 + IUGET theme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9659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Utility-first with custom brand tokens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774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23774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routes with role guards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7889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03120" y="2788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Context 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7889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scale, no Redux overhead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004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200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(Auth + Firestore + Storage)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32004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Zero-ops BaaS, Spark tier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03120" y="3611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SDK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6118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safety + reasoning quality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023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Declarative, React-native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434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103120" y="4434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jsPDF + html2canvas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4434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Client-side, no server needed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463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103120" y="4846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17920" y="4846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accessible motion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52578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103120" y="5257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52578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~1500 SVG icons, tree-shaken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Modules Delivered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 you asked for, working end-to-end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authentication (4 roles)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+ CSV export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69680" y="16916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3-specialty IUGET timetable (SWE/CNSM/BST)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printable grade sheet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announcements portal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0" y="25146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26060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69680" y="25603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(Claude-ready)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8872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recommendations (AI match)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8912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8056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2920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learning hub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47472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869680" y="3429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PDF generation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8872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analytics dashboard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02920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system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425196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343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869680" y="42976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&amp; AI insights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8872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fee recovery analytics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38912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2920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(CRUD)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512064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21040" y="521208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8869680" y="51663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settings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4864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18872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payment (MoMo, OM, Visa, Bank)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38912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8056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502920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 card generator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229600" y="598932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21040" y="6080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8869680" y="603504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/ Offline / Installable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48640" y="6858000"/>
            <a:ext cx="3657600" cy="685800"/>
          </a:xfrm>
          <a:prstGeom prst="roundRect">
            <a:avLst>
              <a:gd name="adj" fmla="val 10667"/>
            </a:avLst>
          </a:prstGeom>
          <a:solidFill>
            <a:srgbClr val="EFF4FF"/>
          </a:solidFill>
          <a:ln w="12700">
            <a:solidFill>
              <a:srgbClr val="1E3AA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" y="69494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1188720" y="6903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palette (Cmd+K)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Design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feels institutional, not generic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3AA0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Navy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#1E3AA0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actions, headers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E6394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Red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#E63946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2900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Accents, highlights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9CA3A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 Gray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#9CA3AF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Borders, dividers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9720" y="164592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320040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Slate 50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897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#F8FAFC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89720" y="37490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background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 — body, UI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1792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Grotesk — display, headings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 and walk through every 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accounts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438912"/>
          </a:xfrm>
          <a:prstGeom prst="rect">
            <a:avLst/>
          </a:prstGeom>
          <a:solidFill>
            <a:srgbClr val="1E3AA0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659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9659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0" y="1965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See...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231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0312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student@iuget.cm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7512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Results, Chatbot, Transcript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803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28803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lecturer@iuget.cm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28803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Attendance, Enter Grades, Classes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291840"/>
            <a:ext cx="11064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375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103120" y="3337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staff@iuget.cm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33375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75120" y="3337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mgmt, Timetable, Announcements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749040"/>
            <a:ext cx="11064240" cy="438912"/>
          </a:xfrm>
          <a:prstGeom prst="rect">
            <a:avLst/>
          </a:prstGeom>
          <a:solidFill>
            <a:srgbClr val="EFF4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03120" y="37947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admin@iuget.cm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794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Analytics, Predictions, AI insights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functional test cases · all PASS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(T01-T04) — login, invalid login, unauthenticated route, wrong-role access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actions (T05-T06) — mark attendance, enter grades + auto-grading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actions (T07, T09-T11, T14) — publish, user CRUD, timetable slot editor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actions (T08, T12, T13) — enroll, transcript PDF, attendance CSV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UX (T15-T18) — chatbot rules, theme toggle, notifications, persistence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QA — Chrome, Firefox, Safari + Android Chrome at 3 breakpoints</a:t>
            </a:r>
            <a:endParaRPr lang="en-US" sz="1600" dirty="0"/>
          </a:p>
          <a:p>
            <a:pPr>
              <a:spcAft>
                <a:spcPts val="800"/>
              </a:spcAft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— keyboard navigation, semantic labels, WCAG AA contrast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4937760"/>
            <a:ext cx="3200400" cy="1280160"/>
          </a:xfrm>
          <a:prstGeom prst="roundRect">
            <a:avLst>
              <a:gd name="adj" fmla="val 14286"/>
            </a:avLst>
          </a:prstGeom>
          <a:solidFill>
            <a:srgbClr val="1E3AA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0" y="5029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 tests passed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produced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2900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936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89720" y="173736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2011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components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42900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30936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478 kB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630936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3931920"/>
            <a:ext cx="2651760" cy="1920240"/>
          </a:xfrm>
          <a:prstGeom prst="roundRect">
            <a:avLst>
              <a:gd name="adj" fmla="val 9524"/>
            </a:avLst>
          </a:prstGeom>
          <a:solidFill>
            <a:srgbClr val="EFF4FF"/>
          </a:solidFill>
          <a:ln w="25400">
            <a:solidFill>
              <a:srgbClr val="1E3A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89720" y="420624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20 s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18972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assessment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codebase — easier to maintain than 15 tools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 — no backend setup needed for review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— Firebase one env-var away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architectural choice is justifiable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IUGET-native branding, not generic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217920" y="210312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is client-only — no multi-device sync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is rules-based until Claude key added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enrolment uses precomputed values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unit-test suite yet</a:t>
            </a:r>
            <a:endParaRPr lang="en-US" sz="1400" dirty="0"/>
          </a:p>
          <a:p>
            <a:pPr>
              <a:spcAft>
                <a:spcPts val="800"/>
              </a:spcAft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app (Capacitor roadmap)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beyond this defence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AI: route chatbot through a backend proxy with conversation memory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ML: regression / ARIMA model retrained nightly on real attendance + grades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native: Capacitor wrapper or parallel React Native client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attendance: face-api.js for selfie-based roll-call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module: Orange Money + MTN MoMo integration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automation: Vitest unit tests + Playwright end-to-end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Multi-language: French translation layer for full bilingual support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worker: full offline app shell + queued mutations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earns its place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SIARM demonstrates that a single Level-3 software-engineering student can deliver a unified, AI-augmented academic platform that competes — on user experience and architectural quality — with much larger commercial offerings.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specific objectives have been met.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IUGET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concrete migration path away from fragmented tools — deployable today.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the judgement and execution expected of a graduating software engineer.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0" y="3474720"/>
            <a:ext cx="3657600" cy="2560320"/>
          </a:xfrm>
          <a:prstGeom prst="roundRect">
            <a:avLst>
              <a:gd name="adj" fmla="val 7143"/>
            </a:avLst>
          </a:prstGeom>
          <a:solidFill>
            <a:srgbClr val="EFF4FF"/>
          </a:solidFill>
          <a:ln w="19050">
            <a:solidFill>
              <a:srgbClr val="1E3A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3657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others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50392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architecture other Cameroonian universities can adopt and adapt.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3A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A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listening.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Murdza  ·  Level-3 SWE  ·  IUGET Bonaberi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Bien choisir c'est déjà réussir 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IUGET Bonaberi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SIARM — Smart Institution Academic Resource Management</dc:title>
  <dc:subject>PptxGenJS Presentation</dc:subject>
  <dc:creator>James Murdza</dc:creator>
  <cp:lastModifiedBy>James Murdza</cp:lastModifiedBy>
  <cp:revision>1</cp:revision>
  <dcterms:created xsi:type="dcterms:W3CDTF">2026-05-28T23:08:42Z</dcterms:created>
  <dcterms:modified xsi:type="dcterms:W3CDTF">2026-05-28T23:08:42Z</dcterms:modified>
</cp:coreProperties>
</file>