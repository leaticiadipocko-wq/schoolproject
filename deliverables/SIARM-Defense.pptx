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3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548640"/>
            <a:ext cx="1828800" cy="1828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20040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</a:t>
            </a:r>
            <a:endParaRPr lang="en-US" sz="11000" dirty="0"/>
          </a:p>
        </p:txBody>
      </p:sp>
      <p:sp>
        <p:nvSpPr>
          <p:cNvPr id="5" name="Text 2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Institution Academic Resource Management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|  Level 3 SWE  |  IUGET Bonaberi  |  2025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Information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200400" cy="594360"/>
          </a:xfrm>
          <a:prstGeom prst="roundRect">
            <a:avLst>
              <a:gd name="adj" fmla="val 12308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1887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023360" y="1188720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3200400" cy="594360"/>
          </a:xfrm>
          <a:prstGeom prst="roundRect">
            <a:avLst>
              <a:gd name="adj" fmla="val 12308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9659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023360" y="1965960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3200400" cy="594360"/>
          </a:xfrm>
          <a:prstGeom prst="roundRect">
            <a:avLst>
              <a:gd name="adj" fmla="val 12308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7432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023360" y="2743200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 |  Sixth Semester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3200400" cy="594360"/>
          </a:xfrm>
          <a:prstGeom prst="roundRect">
            <a:avLst>
              <a:gd name="adj" fmla="val 12308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5204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023360" y="3520440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IUGET/2026/SWE/0011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3200400" cy="594360"/>
          </a:xfrm>
          <a:prstGeom prst="roundRect">
            <a:avLst>
              <a:gd name="adj" fmla="val 12308"/>
            </a:avLst>
          </a:prstGeom>
          <a:solidFill>
            <a:srgbClr val="1E3AA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29768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023360" y="4297680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SIARM: Smart Institution Academic Resource Management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3200400" cy="594360"/>
          </a:xfrm>
          <a:prstGeom prst="roundRect">
            <a:avLst>
              <a:gd name="adj" fmla="val 12308"/>
            </a:avLst>
          </a:prstGeom>
          <a:solidFill>
            <a:srgbClr val="1E3AA0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50749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/ 2026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5943600"/>
            <a:ext cx="11064240" cy="411480"/>
          </a:xfrm>
          <a:prstGeom prst="roundRect">
            <a:avLst>
              <a:gd name="adj" fmla="val 17778"/>
            </a:avLst>
          </a:prstGeom>
          <a:solidFill>
            <a:srgbClr val="EFF6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Affiliated with the University of Bamenda  |  IUGET Bonaberi Campus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88720"/>
            <a:ext cx="3657600" cy="64008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887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192024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tools for grades, fees, attendance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43400" y="118872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188720"/>
            <a:ext cx="3657600" cy="64008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3" name="Text 11"/>
          <p:cNvSpPr/>
          <p:nvPr/>
        </p:nvSpPr>
        <p:spPr>
          <a:xfrm>
            <a:off x="4343400" y="11887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26280" y="192024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roll call, typed transcripts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0" y="118872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188720"/>
            <a:ext cx="3657600" cy="64008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1887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12480" y="192024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time KPIs for leadership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657600"/>
            <a:ext cx="3657600" cy="64008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657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0080" y="438912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lose access without internet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43400" y="365760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657600"/>
            <a:ext cx="3657600" cy="64008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5" name="Text 23"/>
          <p:cNvSpPr/>
          <p:nvPr/>
        </p:nvSpPr>
        <p:spPr>
          <a:xfrm>
            <a:off x="4343400" y="3657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26280" y="438912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queue for hours to enrol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229600" y="365760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0" y="3657600"/>
            <a:ext cx="3657600" cy="64008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3657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412480" y="438912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receipts easily forged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11430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academic platform for IUGET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19659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aware architecture (Student, Lecturer, Staff, Admin, Parent)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2788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channel tuition payment with privacy guarantee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student enrolment from one form or CSV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43891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97280" y="4434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verifiable receipts, results, transcripts, ID cards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57200" y="5212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97280" y="5257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capable Progressive Web Application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88720"/>
            <a:ext cx="5394960" cy="64008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887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and Wang (2021)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2011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SIS in developing countries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926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faster enrolment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188720"/>
            <a:ext cx="5394960" cy="64008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1887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Okafor and Eze (2022)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011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payment in African HE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2926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prefer mobile money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492240" y="32918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prefer mobile money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|  5 Sprints (Agile Scrumban)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10698480" cy="0"/>
          </a:xfrm>
          <a:prstGeom prst="line">
            <a:avLst/>
          </a:prstGeom>
          <a:noFill/>
          <a:ln w="31750">
            <a:solidFill>
              <a:srgbClr val="1E3A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3291840"/>
            <a:ext cx="411480" cy="41148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9" name="Shape 7"/>
          <p:cNvSpPr/>
          <p:nvPr/>
        </p:nvSpPr>
        <p:spPr>
          <a:xfrm>
            <a:off x="-91440" y="39319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-91440" y="39319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70632" y="3291840"/>
            <a:ext cx="411480" cy="411480"/>
          </a:xfrm>
          <a:prstGeom prst="ellipse">
            <a:avLst/>
          </a:prstGeom>
          <a:solidFill>
            <a:srgbClr val="1E3AA0"/>
          </a:solidFill>
          <a:ln/>
        </p:spPr>
      </p:sp>
      <p:sp>
        <p:nvSpPr>
          <p:cNvPr id="12" name="Shape 10"/>
          <p:cNvSpPr/>
          <p:nvPr/>
        </p:nvSpPr>
        <p:spPr>
          <a:xfrm>
            <a:off x="2148840" y="39319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39319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&amp; Lecturer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10912" y="3291840"/>
            <a:ext cx="411480" cy="411480"/>
          </a:xfrm>
          <a:prstGeom prst="ellipse">
            <a:avLst/>
          </a:prstGeom>
          <a:solidFill>
            <a:srgbClr val="1E3AA0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0" y="39319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0" y="39319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Admin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51192" y="3291840"/>
            <a:ext cx="411480" cy="411480"/>
          </a:xfrm>
          <a:prstGeom prst="ellipse">
            <a:avLst/>
          </a:prstGeom>
          <a:solidFill>
            <a:srgbClr val="1E3AA0"/>
          </a:solidFill>
          <a:ln/>
        </p:spPr>
      </p:sp>
      <p:sp>
        <p:nvSpPr>
          <p:cNvPr id="18" name="Shape 16"/>
          <p:cNvSpPr/>
          <p:nvPr/>
        </p:nvSpPr>
        <p:spPr>
          <a:xfrm>
            <a:off x="6629400" y="39319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39319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491472" y="3291840"/>
            <a:ext cx="411480" cy="411480"/>
          </a:xfrm>
          <a:prstGeom prst="ellipse">
            <a:avLst/>
          </a:prstGeom>
          <a:solidFill>
            <a:srgbClr val="1E3AA0"/>
          </a:solidFill>
          <a:ln/>
        </p:spPr>
      </p:sp>
      <p:sp>
        <p:nvSpPr>
          <p:cNvPr id="21" name="Shape 19"/>
          <p:cNvSpPr/>
          <p:nvPr/>
        </p:nvSpPr>
        <p:spPr>
          <a:xfrm>
            <a:off x="8869680" y="39319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39319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&amp; Defence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Reason: Requirements evolved weekly. Waterfall would have locked a stale specification. Agile allowed mid course corrections.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2800" dirty="0"/>
          </a:p>
        </p:txBody>
      </p:sp>
      <p:pic>
        <p:nvPicPr>
          <p:cNvPr id="7" name="Image 0" descr="/home/daytona/project/deliverables/diagrams/03-use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pic>
        <p:nvPicPr>
          <p:cNvPr id="7" name="Image 0" descr="/home/daytona/project/deliverables/diagrams/0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106984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25/25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2560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43400" y="109728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12801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343400" y="2560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0" y="109728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2801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8229600" y="2560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490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457200" y="5029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43400" y="356616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37490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4343400" y="5029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0" y="356616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37490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482 kB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8229600" y="5029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Size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Limitations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486400" cy="51206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5486400" cy="5486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0058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17373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 problems identified, all addressed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 role architecture effective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Mobile money integration achievable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7947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PWA delivers offline capability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4805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Automated enrolment works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1005840"/>
            <a:ext cx="5486400" cy="51206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005840"/>
            <a:ext cx="5486400" cy="5486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0058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17373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Chat uses mock data, not real time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2423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Payment flows are simulations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1089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Mock API, no persistent DB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37947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Tested with ~50 students only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88720"/>
            <a:ext cx="457200" cy="21945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8872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43400" y="118872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188720"/>
            <a:ext cx="457200" cy="21945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/>
          <p:nvPr/>
        </p:nvSpPr>
        <p:spPr>
          <a:xfrm>
            <a:off x="4343400" y="118872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Attendance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0" y="118872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1188720"/>
            <a:ext cx="457200" cy="21945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0" y="118872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Payment APIs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657600"/>
            <a:ext cx="457200" cy="21945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65760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 Tenant SaaS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343400" y="365760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43400" y="3657600"/>
            <a:ext cx="457200" cy="21945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1" name="Text 19"/>
          <p:cNvSpPr/>
          <p:nvPr/>
        </p:nvSpPr>
        <p:spPr>
          <a:xfrm>
            <a:off x="4343400" y="365760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Scheduling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229600" y="365760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0" y="3657600"/>
            <a:ext cx="457200" cy="21945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365760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Module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 |  IUGET Bonaberi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 | 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1247120" cy="4114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consolidates admissions, attendance, timetable, results, transcripts, ID cards, tuition payment, financial tracking, and parent registration into a single role aware web platform.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2651760"/>
            <a:ext cx="85039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9260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specific objectives achieved. 25/25 tests passing. Ready for IUGET pilot.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Affiliated with the University of Bamenda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3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731520"/>
            <a:ext cx="1828800" cy="1828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926080"/>
            <a:ext cx="11247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9600" dirty="0"/>
          </a:p>
        </p:txBody>
      </p:sp>
      <p:sp>
        <p:nvSpPr>
          <p:cNvPr id="5" name="Text 2"/>
          <p:cNvSpPr/>
          <p:nvPr/>
        </p:nvSpPr>
        <p:spPr>
          <a:xfrm>
            <a:off x="457200" y="42062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for Questions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|  Level 3 SWE  |  IUGET Bonaberi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IUGET Bonaberi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SIARM  Smart Institution Academic Resource Management</dc:title>
  <dc:subject>PptxGenJS Presentation</dc:subject>
  <dc:creator>James Murdza</dc:creator>
  <cp:lastModifiedBy>James Murdza</cp:lastModifiedBy>
  <cp:revision>1</cp:revision>
  <dcterms:created xsi:type="dcterms:W3CDTF">2026-07-17T02:58:26Z</dcterms:created>
  <dcterms:modified xsi:type="dcterms:W3CDTF">2026-07-17T02:58:26Z</dcterms:modified>
</cp:coreProperties>
</file>